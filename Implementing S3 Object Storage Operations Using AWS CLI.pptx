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99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11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304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764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497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374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043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620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294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027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829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2237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694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370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971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4057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18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ABB69-1312-4E1C-8865-CFA7947EA952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D81C5-3C29-4816-8E55-6621FF6823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3322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3984A-B079-4D14-B787-CDAC55B955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200" dirty="0"/>
              <a:t>Implementing S3 Object Storage Operations Using AWS CLI from Local Machine 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DDBEF-1060-48B8-90BE-F14EC671B9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IN" dirty="0"/>
              <a:t>Aim of the project:</a:t>
            </a:r>
            <a:r>
              <a:rPr lang="en-US" dirty="0"/>
              <a:t>Create a S3 bucket and put objects in bucket through local PC using AWS CLI 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5347A-83BC-4751-A370-03356CD3DA65}"/>
              </a:ext>
            </a:extLst>
          </p:cNvPr>
          <p:cNvSpPr/>
          <p:nvPr/>
        </p:nvSpPr>
        <p:spPr>
          <a:xfrm>
            <a:off x="9144000" y="5342965"/>
            <a:ext cx="2949389" cy="144331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Done by:</a:t>
            </a:r>
          </a:p>
          <a:p>
            <a:pPr algn="ctr"/>
            <a:r>
              <a:rPr lang="en-IN" dirty="0"/>
              <a:t>Suraram Sadavika</a:t>
            </a:r>
          </a:p>
          <a:p>
            <a:pPr algn="ctr"/>
            <a:r>
              <a:rPr lang="en-IN" dirty="0"/>
              <a:t>2310030149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0417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4D26C-BCEE-4D64-8DAD-5B7C21B50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020D5-B0EF-4991-995F-896594293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Account </a:t>
            </a:r>
          </a:p>
          <a:p>
            <a:r>
              <a:rPr lang="en-US" dirty="0"/>
              <a:t>IAM User with </a:t>
            </a:r>
            <a:r>
              <a:rPr lang="en-US" b="1" dirty="0"/>
              <a:t>S3 Full Access</a:t>
            </a:r>
            <a:r>
              <a:rPr lang="en-US" dirty="0"/>
              <a:t> </a:t>
            </a:r>
          </a:p>
          <a:p>
            <a:r>
              <a:rPr lang="en-US" dirty="0"/>
              <a:t>Internet connection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103446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7</TotalTime>
  <Words>48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Trebuchet MS</vt:lpstr>
      <vt:lpstr>Berlin</vt:lpstr>
      <vt:lpstr>Implementing S3 Object Storage Operations Using AWS CLI from Local Machine </vt:lpstr>
      <vt:lpstr>Prerequisites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S3 Object Storage Operations Using AWS CLI from Local Machine </dc:title>
  <dc:creator>Sadavika Reddy</dc:creator>
  <cp:lastModifiedBy>Sadavika Reddy</cp:lastModifiedBy>
  <cp:revision>1</cp:revision>
  <dcterms:created xsi:type="dcterms:W3CDTF">2026-04-07T08:12:03Z</dcterms:created>
  <dcterms:modified xsi:type="dcterms:W3CDTF">2026-04-07T08:19:08Z</dcterms:modified>
</cp:coreProperties>
</file>